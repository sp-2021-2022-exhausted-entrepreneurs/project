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 smtClean="0"/>
              <a:t>Щракнете, за да редактирате стила на подзаглавието в образеца</a:t>
            </a:r>
            <a:endParaRPr lang="bg-BG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5051-6769-47FC-A027-247D4A97F2E2}" type="datetimeFigureOut">
              <a:rPr lang="bg-BG" smtClean="0"/>
              <a:t>30.11.2021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4207-0B6E-4E98-872E-277D59FF355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96788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5051-6769-47FC-A027-247D4A97F2E2}" type="datetimeFigureOut">
              <a:rPr lang="bg-BG" smtClean="0"/>
              <a:t>30.11.2021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4207-0B6E-4E98-872E-277D59FF355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8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5051-6769-47FC-A027-247D4A97F2E2}" type="datetimeFigureOut">
              <a:rPr lang="bg-BG" smtClean="0"/>
              <a:t>30.11.2021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4207-0B6E-4E98-872E-277D59FF355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2620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5051-6769-47FC-A027-247D4A97F2E2}" type="datetimeFigureOut">
              <a:rPr lang="bg-BG" smtClean="0"/>
              <a:t>30.11.2021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4207-0B6E-4E98-872E-277D59FF355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56782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5051-6769-47FC-A027-247D4A97F2E2}" type="datetimeFigureOut">
              <a:rPr lang="bg-BG" smtClean="0"/>
              <a:t>30.11.2021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4207-0B6E-4E98-872E-277D59FF355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520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5051-6769-47FC-A027-247D4A97F2E2}" type="datetimeFigureOut">
              <a:rPr lang="bg-BG" smtClean="0"/>
              <a:t>30.11.2021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4207-0B6E-4E98-872E-277D59FF355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8249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5051-6769-47FC-A027-247D4A97F2E2}" type="datetimeFigureOut">
              <a:rPr lang="bg-BG" smtClean="0"/>
              <a:t>30.11.2021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4207-0B6E-4E98-872E-277D59FF355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8199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5051-6769-47FC-A027-247D4A97F2E2}" type="datetimeFigureOut">
              <a:rPr lang="bg-BG" smtClean="0"/>
              <a:t>30.11.2021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4207-0B6E-4E98-872E-277D59FF355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23028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5051-6769-47FC-A027-247D4A97F2E2}" type="datetimeFigureOut">
              <a:rPr lang="bg-BG" smtClean="0"/>
              <a:t>30.11.2021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4207-0B6E-4E98-872E-277D59FF355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03066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5051-6769-47FC-A027-247D4A97F2E2}" type="datetimeFigureOut">
              <a:rPr lang="bg-BG" smtClean="0"/>
              <a:t>30.11.2021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4207-0B6E-4E98-872E-277D59FF355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0171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5051-6769-47FC-A027-247D4A97F2E2}" type="datetimeFigureOut">
              <a:rPr lang="bg-BG" smtClean="0"/>
              <a:t>30.11.2021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44207-0B6E-4E98-872E-277D59FF355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3732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 smtClean="0"/>
              <a:t>Редакт. стил загл. образец</a:t>
            </a:r>
            <a:endParaRPr lang="bg-BG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bg-BG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B5051-6769-47FC-A027-247D4A97F2E2}" type="datetimeFigureOut">
              <a:rPr lang="bg-BG" smtClean="0"/>
              <a:t>30.11.2021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44207-0B6E-4E98-872E-277D59FF355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558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trello.com/b/VavQVfSy/group-managemen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лавие 1"/>
          <p:cNvSpPr>
            <a:spLocks noGrp="1"/>
          </p:cNvSpPr>
          <p:nvPr>
            <p:ph type="subTitle" idx="1"/>
          </p:nvPr>
        </p:nvSpPr>
        <p:spPr>
          <a:xfrm>
            <a:off x="1664676" y="2423869"/>
            <a:ext cx="9144000" cy="1655762"/>
          </a:xfrm>
        </p:spPr>
        <p:txBody>
          <a:bodyPr>
            <a:normAutofit/>
          </a:bodyPr>
          <a:lstStyle/>
          <a:p>
            <a:r>
              <a:rPr lang="bg-BG" sz="3200" b="1" i="1" dirty="0" smtClean="0"/>
              <a:t>План за разпределение на хора</a:t>
            </a:r>
            <a:r>
              <a:rPr lang="en-US" sz="3200" b="1" i="1" dirty="0" smtClean="0"/>
              <a:t>, </a:t>
            </a:r>
            <a:r>
              <a:rPr lang="bg-BG" sz="3200" b="1" i="1" dirty="0" smtClean="0"/>
              <a:t>активности и бюджет на проекта</a:t>
            </a:r>
            <a:endParaRPr lang="bg-BG" sz="3200" b="1" i="1" dirty="0"/>
          </a:p>
        </p:txBody>
      </p:sp>
    </p:spTree>
    <p:extLst>
      <p:ext uri="{BB962C8B-B14F-4D97-AF65-F5344CB8AC3E}">
        <p14:creationId xmlns:p14="http://schemas.microsoft.com/office/powerpoint/2010/main" val="18129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890954" y="2221279"/>
            <a:ext cx="10515600" cy="2500190"/>
          </a:xfrm>
        </p:spPr>
        <p:txBody>
          <a:bodyPr/>
          <a:lstStyle/>
          <a:p>
            <a:pPr marL="0" indent="0">
              <a:buNone/>
            </a:pPr>
            <a:r>
              <a:rPr lang="bg-BG" dirty="0" smtClean="0"/>
              <a:t>За максимална яснота при </a:t>
            </a:r>
            <a:r>
              <a:rPr lang="en-US" dirty="0" smtClean="0"/>
              <a:t>“</a:t>
            </a:r>
            <a:r>
              <a:rPr lang="bg-BG" dirty="0" smtClean="0"/>
              <a:t>мениджмънта</a:t>
            </a:r>
            <a:r>
              <a:rPr lang="en-US" dirty="0" smtClean="0"/>
              <a:t>”</a:t>
            </a:r>
            <a:r>
              <a:rPr lang="bg-BG" dirty="0" smtClean="0"/>
              <a:t> на</a:t>
            </a:r>
            <a:r>
              <a:rPr lang="en-US" dirty="0"/>
              <a:t> </a:t>
            </a:r>
            <a:r>
              <a:rPr lang="bg-BG" dirty="0" smtClean="0"/>
              <a:t>проекта сме използвали функционалността на уебсайта </a:t>
            </a:r>
            <a:r>
              <a:rPr lang="en-US" dirty="0" smtClean="0"/>
              <a:t>trello. </a:t>
            </a:r>
            <a:r>
              <a:rPr lang="en-US" dirty="0" smtClean="0">
                <a:hlinkClick r:id="rId2"/>
              </a:rPr>
              <a:t>https://trello.com/b/VavQVfSy/group-management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18735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Контейнер за съдържание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2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cdn.discordapp.com/attachments/893095855370944523/913485797745889320/ekipna_organizaciq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669" y="1174994"/>
            <a:ext cx="470333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841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30</Words>
  <Application>Microsoft Office PowerPoint</Application>
  <PresentationFormat>Широк екран</PresentationFormat>
  <Paragraphs>2</Paragraphs>
  <Slides>4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на Office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HobbyBobby</dc:title>
  <dc:creator>Admin</dc:creator>
  <cp:lastModifiedBy>Admin</cp:lastModifiedBy>
  <cp:revision>6</cp:revision>
  <dcterms:created xsi:type="dcterms:W3CDTF">2021-11-30T14:36:22Z</dcterms:created>
  <dcterms:modified xsi:type="dcterms:W3CDTF">2021-11-30T15:24:16Z</dcterms:modified>
</cp:coreProperties>
</file>